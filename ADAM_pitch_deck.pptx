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Escalation Forecasting</a:t>
            </a:r>
          </a:p>
          <a:p>
            <a:r>
              <a:t>Predicting Company Failures Before They Happen</a:t>
            </a:r>
          </a:p>
          <a:p/>
          <a:p>
            <a:r>
              <a:t>Founders:</a:t>
            </a:r>
          </a:p>
          <a:p>
            <a:r>
              <a:t>Adam Melhem (UC Berkeley)</a:t>
            </a:r>
          </a:p>
          <a:p>
            <a:r>
              <a:t>Teo Nasrallah (NYU)</a:t>
            </a:r>
          </a:p>
          <a:p>
            <a:r>
              <a:t>Cyrus Fateh (GWU)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get blindsided by slow internal failures.</a:t>
            </a:r>
          </a:p>
          <a:p>
            <a:r>
              <a:t>Dashboards show what happened, not what will happen.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tool forecasts inevitability of operational collapse.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ADAM forecasts when operations become unfixable.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 metrics → Normalize pressure → Simulate propagation → Output ERI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0=Stable, 1=Inevitable Failure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Arcadian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Predicted SLA breach before it happened.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ZenPay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warning of vendor-induced ops collapse.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SaaS, Fintech, Cloud Infra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 + Enterprise Pilots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